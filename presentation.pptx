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4" r:id="rId26"/>
    <p:sldId id="275" r:id="rId2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9.xml"/><Relationship Id="rId2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Материалы доклада: https://github.com/Wolframko/self-rewriting-agent-talk</a:t>
            </a:r>
          </a:p>
          <a:p>
            <a:r>
              <a:t>Telegram: https://t.me/w0lframk0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Relationship Id="rId4" Type="http://schemas.openxmlformats.org/officeDocument/2006/relationships/hyperlink" Target="https://arxiv.org/abs/2605.09998" TargetMode="External"/><Relationship Id="rId5" Type="http://schemas.openxmlformats.org/officeDocument/2006/relationships/hyperlink" Target="https://github.com/huggingface/upskill" TargetMode="External"/><Relationship Id="rId6" Type="http://schemas.openxmlformats.org/officeDocument/2006/relationships/hyperlink" Target="https://cersei.pacifio.dev/docs/agentrl-overview" TargetMode="External"/><Relationship Id="rId7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https://t.me/w0lframk0" TargetMode="External"/><Relationship Id="rId4" Type="http://schemas.openxmlformats.org/officeDocument/2006/relationships/image" Target="../media/image22.png"/><Relationship Id="rId5" Type="http://schemas.openxmlformats.org/officeDocument/2006/relationships/hyperlink" Target="https://github.com/Wolframko/self-rewriting-agent-talk" TargetMode="External"/><Relationship Id="rId6" Type="http://schemas.openxmlformats.org/officeDocument/2006/relationships/notesSlide" Target="../notesSlides/notesSlide18.xml"/><Relationship Id="rId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1. Агент, который переписывает сам себя">
    <p:spTree>
      <p:nvGrpSpPr>
        <p:cNvPr id="1" name=""/>
        <p:cNvGrpSpPr/>
        <p:nvPr/>
      </p:nvGrpSpPr>
      <p:grpSpPr/>
      <p:pic>
        <p:nvPicPr>
          <p:cNvPr id="2" name="Агент, который переписывает сам себя" descr="Слайд 1. Агент, который переписывает сам себ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2. Роман Хомутов">
    <p:spTree>
      <p:nvGrpSpPr>
        <p:cNvPr id="1" name=""/>
        <p:cNvGrpSpPr/>
        <p:nvPr/>
      </p:nvGrpSpPr>
      <p:grpSpPr/>
      <p:pic>
        <p:nvPicPr>
          <p:cNvPr id="2" name="Роман Хомутов" descr="Слайд 2. Роман Хомуто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3. Какое предложение дешевле?">
    <p:spTree>
      <p:nvGrpSpPr>
        <p:cNvPr id="1" name=""/>
        <p:cNvGrpSpPr/>
        <p:nvPr/>
      </p:nvGrpSpPr>
      <p:grpSpPr/>
      <p:pic>
        <p:nvPicPr>
          <p:cNvPr id="2" name="Какое предложение дешевле?" descr="Слайд 3. Какое предложение дешевле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4. Цена одинаковая. Периоды разные.">
    <p:spTree>
      <p:nvGrpSpPr>
        <p:cNvPr id="1" name=""/>
        <p:cNvGrpSpPr/>
        <p:nvPr/>
      </p:nvGrpSpPr>
      <p:grpSpPr/>
      <p:pic>
        <p:nvPicPr>
          <p:cNvPr id="2" name="Цена одинаковая. Периоды разные." descr="Слайд 4. Цена одинаковая. Периоды разные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5. Вот это и делает агент">
    <p:spTree>
      <p:nvGrpSpPr>
        <p:cNvPr id="1" name=""/>
        <p:cNvGrpSpPr/>
        <p:nvPr/>
      </p:nvGrpSpPr>
      <p:grpSpPr/>
      <p:pic>
        <p:nvPicPr>
          <p:cNvPr id="2" name="Вот это и делает агент" descr="Слайд 5. Вот это и делает аген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6. А в следующий раз он снова ошибётся?">
    <p:spTree>
      <p:nvGrpSpPr>
        <p:cNvPr id="1" name=""/>
        <p:cNvGrpSpPr/>
        <p:nvPr/>
      </p:nvGrpSpPr>
      <p:grpSpPr/>
      <p:pic>
        <p:nvPicPr>
          <p:cNvPr id="2" name="А в следующий раз он снова ошибётся?" descr="Слайд 6. А в следующий раз он снова ошибётся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7. Опыт можно сохранить">
    <p:spTree>
      <p:nvGrpSpPr>
        <p:cNvPr id="1" name=""/>
        <p:cNvGrpSpPr/>
        <p:nvPr/>
      </p:nvGrpSpPr>
      <p:grpSpPr/>
      <p:pic>
        <p:nvPicPr>
          <p:cNvPr id="2" name="Опыт можно сохранить" descr="Слайд 7. Опыт можно сохранит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8. А если учиться прямо по ходу работы?">
    <p:spTree>
      <p:nvGrpSpPr>
        <p:cNvPr id="1" name=""/>
        <p:cNvGrpSpPr/>
        <p:nvPr/>
      </p:nvGrpSpPr>
      <p:grpSpPr/>
      <p:pic>
        <p:nvPicPr>
          <p:cNvPr id="2" name="А если учиться прямо по ходу работы?" descr="Слайд 8. А если учиться прямо по ходу работы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09. Наш эксперимент: лучше к утру?">
    <p:spTree>
      <p:nvGrpSpPr>
        <p:cNvPr id="1" name=""/>
        <p:cNvGrpSpPr/>
        <p:nvPr/>
      </p:nvGrpSpPr>
      <p:grpSpPr/>
      <p:pic>
        <p:nvPicPr>
          <p:cNvPr id="2" name="Наш эксперимент: лучше к утру?" descr="Слайд 9. Наш эксперимент: лучше к утру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0. Правка, которую предложил ИИ">
    <p:spTree>
      <p:nvGrpSpPr>
        <p:cNvPr id="1" name=""/>
        <p:cNvGrpSpPr/>
        <p:nvPr/>
      </p:nvGrpSpPr>
      <p:grpSpPr/>
      <p:pic>
        <p:nvPicPr>
          <p:cNvPr id="2" name="Правка, которую предложил ИИ" descr="Слайд 10. Правка, которую предложил И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1. На знакомых задачах стало лучше">
    <p:spTree>
      <p:nvGrpSpPr>
        <p:cNvPr id="1" name=""/>
        <p:cNvGrpSpPr/>
        <p:nvPr/>
      </p:nvGrpSpPr>
      <p:grpSpPr/>
      <p:pic>
        <p:nvPicPr>
          <p:cNvPr id="2" name="На знакомых задачах стало лучше" descr="Слайд 11. На знакомых задачах стало лучш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2. Выпускаем новую версию?">
    <p:spTree>
      <p:nvGrpSpPr>
        <p:cNvPr id="1" name=""/>
        <p:cNvGrpSpPr/>
        <p:nvPr/>
      </p:nvGrpSpPr>
      <p:grpSpPr/>
      <p:pic>
        <p:nvPicPr>
          <p:cNvPr id="2" name="Выпускаем новую версию?" descr="Слайд 12. Выпускаем новую версию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3. На других задачах результат развернулся">
    <p:spTree>
      <p:nvGrpSpPr>
        <p:cNvPr id="1" name=""/>
        <p:cNvGrpSpPr/>
        <p:nvPr/>
      </p:nvGrpSpPr>
      <p:grpSpPr/>
      <p:pic>
        <p:nvPicPr>
          <p:cNvPr id="2" name="На других задачах результат развернулся" descr="Слайд 13. На других задачах результат развернулс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4. Одно правило помогает не всем">
    <p:spTree>
      <p:nvGrpSpPr>
        <p:cNvPr id="1" name=""/>
        <p:cNvGrpSpPr/>
        <p:nvPr/>
      </p:nvGrpSpPr>
      <p:grpSpPr/>
      <p:pic>
        <p:nvPicPr>
          <p:cNvPr id="2" name="Одно правило помогает не всем" descr="Слайд 14. Одно правило помогает не все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5. Можно получить высокий балл за плохой ответ">
    <p:spTree>
      <p:nvGrpSpPr>
        <p:cNvPr id="1" name=""/>
        <p:cNvGrpSpPr/>
        <p:nvPr/>
      </p:nvGrpSpPr>
      <p:grpSpPr/>
      <p:pic>
        <p:nvPicPr>
          <p:cNvPr id="2" name="Можно получить высокий балл за плохой ответ" descr="Слайд 15. Можно получить высокий балл за плохой отве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6. Как дать агенту право на улучшение">
    <p:spTree>
      <p:nvGrpSpPr>
        <p:cNvPr id="1" name=""/>
        <p:cNvGrpSpPr/>
        <p:nvPr/>
      </p:nvGrpSpPr>
      <p:grpSpPr/>
      <p:pic>
        <p:nvPicPr>
          <p:cNvPr id="2" name="Как дать агенту право на улучшение" descr="Слайд 16. Как дать агенту право на улучше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7. Что он сделает лучше в следующий раз?">
    <p:spTree>
      <p:nvGrpSpPr>
        <p:cNvPr id="1" name=""/>
        <p:cNvGrpSpPr/>
        <p:nvPr/>
      </p:nvGrpSpPr>
      <p:grpSpPr/>
      <p:pic>
        <p:nvPicPr>
          <p:cNvPr id="2" name="Что он сделает лучше в следующий раз?" descr="Слайд 17. Что он сделает лучше в следующий раз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8. Источники и границы выводов">
    <p:spTree>
      <p:nvGrpSpPr>
        <p:cNvPr id="1" name=""/>
        <p:cNvGrpSpPr/>
        <p:nvPr/>
      </p:nvGrpSpPr>
      <p:grpSpPr/>
      <p:pic>
        <p:nvPicPr>
          <p:cNvPr id="2" name="Источники и границы выводов" descr="Слайд 18. Источники и границы выводо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Ссылка: https://arxiv.org/abs/2605.09998">
            <a:hlinkClick r:id="rId4"/>
          </p:cNvPr>
          <p:cNvSpPr/>
          <p:nvPr/>
        </p:nvSpPr>
        <p:spPr>
          <a:xfrm>
            <a:off x="812800" y="3908898"/>
            <a:ext cx="3078480" cy="2944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Ссылка: https://github.com/huggingface/upskill">
            <a:hlinkClick r:id="rId5"/>
          </p:cNvPr>
          <p:cNvSpPr/>
          <p:nvPr/>
        </p:nvSpPr>
        <p:spPr>
          <a:xfrm>
            <a:off x="7772400" y="3908898"/>
            <a:ext cx="3738880" cy="2944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Ссылка: https://cersei.pacifio.dev/docs/agentrl-overview">
            <a:hlinkClick r:id="rId6"/>
          </p:cNvPr>
          <p:cNvSpPr/>
          <p:nvPr/>
        </p:nvSpPr>
        <p:spPr>
          <a:xfrm>
            <a:off x="812800" y="6203471"/>
            <a:ext cx="2164080" cy="2944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  <p:sp>
        <p:nvSpPr>
          <p:cNvPr id="7" name="Фон под обновлённым номером"/>
          <p:cNvSpPr/>
          <p:nvPr/>
        </p:nvSpPr>
        <p:spPr>
          <a:xfrm>
            <a:off x="13411200" y="7559040"/>
            <a:ext cx="528320" cy="406400"/>
          </a:xfrm>
          <a:prstGeom prst="rect">
            <a:avLst/>
          </a:prstGeom>
          <a:solidFill>
            <a:srgbClr val="F5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Номер слайда"/>
          <p:cNvSpPr txBox="1"/>
          <p:nvPr/>
        </p:nvSpPr>
        <p:spPr>
          <a:xfrm>
            <a:off x="13411200" y="7650480"/>
            <a:ext cx="406400" cy="243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24251F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9. Роман Хомутов — материалы и связь">
    <p:bg>
      <p:bgPr>
        <a:solidFill>
          <a:srgbClr val="F5F2E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Фото Романа Хомутова" descr="Фотография, предоставленная Романом для финального слайда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05280"/>
            <a:ext cx="5181600" cy="5181600"/>
          </a:xfrm>
          <a:prstGeom prst="rect">
            <a:avLst/>
          </a:prstGeom>
        </p:spPr>
      </p:pic>
      <p:sp>
        <p:nvSpPr>
          <p:cNvPr id="3" name="Имя и фамилия"/>
          <p:cNvSpPr txBox="1"/>
          <p:nvPr/>
        </p:nvSpPr>
        <p:spPr>
          <a:xfrm>
            <a:off x="6908800" y="1605280"/>
            <a:ext cx="7010400" cy="1117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560" b="1" i="0">
                <a:solidFill>
                  <a:srgbClr val="24251F"/>
                </a:solidFill>
                <a:latin typeface="Roboto Condensed"/>
              </a:rPr>
              <a:t>Роман Хомутов</a:t>
            </a:r>
          </a:p>
        </p:txBody>
      </p:sp>
      <p:sp>
        <p:nvSpPr>
          <p:cNvPr id="4" name="Telegram">
            <a:hlinkClick r:id="rId3"/>
          </p:cNvPr>
          <p:cNvSpPr txBox="1"/>
          <p:nvPr/>
        </p:nvSpPr>
        <p:spPr>
          <a:xfrm>
            <a:off x="6908800" y="2733040"/>
            <a:ext cx="6096000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24251F"/>
                </a:solidFill>
                <a:latin typeface="Roboto"/>
              </a:rPr>
              <a:t>@w0lframk0</a:t>
            </a:r>
          </a:p>
        </p:txBody>
      </p:sp>
      <p:sp>
        <p:nvSpPr>
          <p:cNvPr id="5" name="Подпись к QR"/>
          <p:cNvSpPr txBox="1"/>
          <p:nvPr/>
        </p:nvSpPr>
        <p:spPr>
          <a:xfrm>
            <a:off x="10261600" y="3992880"/>
            <a:ext cx="3657600" cy="162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 i="1">
                <a:solidFill>
                  <a:srgbClr val="DA452B"/>
                </a:solidFill>
                <a:latin typeface="Liberation Serif"/>
              </a:rPr>
              <a:t>Презентация,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 i="1">
                <a:solidFill>
                  <a:srgbClr val="DA452B"/>
                </a:solidFill>
                <a:latin typeface="Liberation Serif"/>
              </a:rPr>
              <a:t>источники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20" b="0" i="1">
                <a:solidFill>
                  <a:srgbClr val="DA452B"/>
                </a:solidFill>
                <a:latin typeface="Liberation Serif"/>
              </a:rPr>
              <a:t>и Telegram</a:t>
            </a:r>
          </a:p>
        </p:txBody>
      </p:sp>
      <p:pic>
        <p:nvPicPr>
          <p:cNvPr id="6" name="QR — репозиторий с презентацией, источниками и контактами" descr="repository-qr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00" y="3362960"/>
            <a:ext cx="2997200" cy="2997200"/>
          </a:xfrm>
          <a:prstGeom prst="rect">
            <a:avLst/>
          </a:prstGeom>
        </p:spPr>
      </p:pic>
      <p:sp>
        <p:nvSpPr>
          <p:cNvPr id="7" name="Адрес репозитория">
            <a:hlinkClick r:id="rId5"/>
          </p:cNvPr>
          <p:cNvSpPr txBox="1"/>
          <p:nvPr/>
        </p:nvSpPr>
        <p:spPr>
          <a:xfrm>
            <a:off x="6908800" y="6675120"/>
            <a:ext cx="6908800" cy="426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 i="0">
                <a:solidFill>
                  <a:srgbClr val="77786E"/>
                </a:solidFill>
                <a:latin typeface="Roboto"/>
              </a:rPr>
              <a:t>github.com/Wolframko/self-rewriting-agent-talk</a:t>
            </a:r>
          </a:p>
        </p:txBody>
      </p:sp>
      <p:sp>
        <p:nvSpPr>
          <p:cNvPr id="8" name="Номер слайда"/>
          <p:cNvSpPr txBox="1"/>
          <p:nvPr/>
        </p:nvSpPr>
        <p:spPr>
          <a:xfrm>
            <a:off x="13411200" y="7650480"/>
            <a:ext cx="406400" cy="243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24251F"/>
                </a:solidFill>
                <a:latin typeface="Roboto"/>
              </a:rPr>
              <a:t>19</a:t>
            </a:r>
          </a:p>
        </p:txBody>
      </p:sp>
      <p:pic>
        <p:nvPicPr>
          <p:cNvPr id="9" name="Винвестор — логотип, непрозрачность 42%" descr="Логотип со второго слайда; прозрачность 58%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17680" y="314960"/>
            <a:ext cx="1899920" cy="447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Агент, который переписывает сам себя</dc:title>
  <dc:subject>Выступление на митапе</dc:subject>
  <dc:creator>Роман Хомутов</dc:creator>
  <cp:keywords/>
  <dc:description>Исходные слайды сохранены изображениями. Логотипы и финальный слайд добавлены отдельными объектами.</dc:description>
  <cp:lastModifiedBy>Роман Хомутов</cp:lastModifiedBy>
  <cp:revision>1</cp:revision>
  <dcterms:created xsi:type="dcterms:W3CDTF">2013-01-27T09:14:16Z</dcterms:created>
  <dcterms:modified xsi:type="dcterms:W3CDTF">2013-01-27T09:15:58Z</dcterms:modified>
  <cp:category/>
</cp:coreProperties>
</file>